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85" autoAdjust="0"/>
    <p:restoredTop sz="94660"/>
  </p:normalViewPr>
  <p:slideViewPr>
    <p:cSldViewPr snapToGrid="0">
      <p:cViewPr>
        <p:scale>
          <a:sx n="75" d="100"/>
          <a:sy n="75" d="100"/>
        </p:scale>
        <p:origin x="337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22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26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241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891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379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1251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0159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599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428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616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110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DB405-C98C-449A-A374-00EEEFCEC02B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2F997-79CD-4CDE-8FA8-B5E326DD25A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357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21D07F3-B45C-4552-BA81-6BB1C30C9D2B}"/>
              </a:ext>
            </a:extLst>
          </p:cNvPr>
          <p:cNvSpPr/>
          <p:nvPr/>
        </p:nvSpPr>
        <p:spPr>
          <a:xfrm>
            <a:off x="-745068" y="0"/>
            <a:ext cx="9177868" cy="9144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AB65B62-6C21-4DA1-B348-A59889F3FDFD}"/>
              </a:ext>
            </a:extLst>
          </p:cNvPr>
          <p:cNvSpPr/>
          <p:nvPr/>
        </p:nvSpPr>
        <p:spPr>
          <a:xfrm>
            <a:off x="-745068" y="380196"/>
            <a:ext cx="9177868" cy="90539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A333D-016E-4996-AD67-7174F0AA0A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7" t="3301" r="32171"/>
          <a:stretch/>
        </p:blipFill>
        <p:spPr>
          <a:xfrm>
            <a:off x="1771502" y="1725667"/>
            <a:ext cx="4245517" cy="61661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6CF192-74A2-48F7-A766-F1A1C9407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084" y="6047061"/>
            <a:ext cx="2084402" cy="869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77CC22-0B9F-4EA2-83DF-C2D7B871D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881" y="8042972"/>
            <a:ext cx="1891629" cy="7931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6E1F0B-CEB8-4E89-AAFB-10D04E8ED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3804" y="6545518"/>
            <a:ext cx="2106420" cy="857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760F43-D25C-42D3-BDBE-7471C7B13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2625" y="4703529"/>
            <a:ext cx="2124062" cy="8964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508F07-22BE-47EF-80F8-F27BD3018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57904" y="2807986"/>
            <a:ext cx="2153431" cy="8964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7518BE-A181-4F6C-9D8D-D0DE54BBF9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46603" y="5638512"/>
            <a:ext cx="2109219" cy="8685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C4AD6E-9A6C-481C-98F7-6E51C55205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52625" y="3785135"/>
            <a:ext cx="2140328" cy="8845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B748E9C-F2FD-420A-8B65-97B1EBA3D2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084" y="5017376"/>
            <a:ext cx="2106420" cy="90539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3B388F9-A77C-4BDA-98A7-231E9D36C1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084" y="3785135"/>
            <a:ext cx="2106420" cy="86951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4AE3356-E4B3-4B2C-99BF-5DBC99A688A6}"/>
              </a:ext>
            </a:extLst>
          </p:cNvPr>
          <p:cNvSpPr/>
          <p:nvPr/>
        </p:nvSpPr>
        <p:spPr>
          <a:xfrm>
            <a:off x="-525067" y="5151768"/>
            <a:ext cx="1023396" cy="21300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900" dirty="0">
                <a:solidFill>
                  <a:sysClr val="windowText" lastClr="000000"/>
                </a:solidFill>
              </a:rPr>
              <a:t>360</a:t>
            </a:r>
            <a:endParaRPr lang="es-CO" sz="900" dirty="0">
              <a:solidFill>
                <a:sysClr val="windowText" lastClr="0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5031BE-E0B8-41D1-A241-F334488A8E80}"/>
              </a:ext>
            </a:extLst>
          </p:cNvPr>
          <p:cNvSpPr/>
          <p:nvPr/>
        </p:nvSpPr>
        <p:spPr>
          <a:xfrm>
            <a:off x="-525067" y="5363449"/>
            <a:ext cx="1023396" cy="21300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900" dirty="0">
                <a:solidFill>
                  <a:sysClr val="windowText" lastClr="000000"/>
                </a:solidFill>
              </a:rPr>
              <a:t>360</a:t>
            </a:r>
            <a:endParaRPr lang="es-CO" sz="900" dirty="0">
              <a:solidFill>
                <a:sysClr val="windowText" lastClr="00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994E009-B9A9-4FAB-99E9-E611A59E0E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552625" y="1725667"/>
            <a:ext cx="2138098" cy="96559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C89553D-07AA-448A-B48F-42960381D5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084" y="2691259"/>
            <a:ext cx="2106420" cy="869511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0B7F6244-E959-434C-8543-9F1948F11A1B}"/>
              </a:ext>
            </a:extLst>
          </p:cNvPr>
          <p:cNvSpPr/>
          <p:nvPr/>
        </p:nvSpPr>
        <p:spPr>
          <a:xfrm>
            <a:off x="7259005" y="3105856"/>
            <a:ext cx="1013025" cy="1919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>
                <a:solidFill>
                  <a:sysClr val="windowText" lastClr="000000"/>
                </a:solidFill>
              </a:rPr>
              <a:t>Varilla de cubierta</a:t>
            </a:r>
            <a:endParaRPr lang="es-CO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02C169E-7E20-4666-BE58-2E64D9B0EBA8}"/>
              </a:ext>
            </a:extLst>
          </p:cNvPr>
          <p:cNvCxnSpPr/>
          <p:nvPr/>
        </p:nvCxnSpPr>
        <p:spPr>
          <a:xfrm>
            <a:off x="1595527" y="2197100"/>
            <a:ext cx="131277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CBE45F-C7C8-4921-AB39-A255F3AAEF53}"/>
              </a:ext>
            </a:extLst>
          </p:cNvPr>
          <p:cNvCxnSpPr>
            <a:cxnSpLocks/>
          </p:cNvCxnSpPr>
          <p:nvPr/>
        </p:nvCxnSpPr>
        <p:spPr>
          <a:xfrm>
            <a:off x="1562616" y="3297767"/>
            <a:ext cx="1510784" cy="16933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F4DA185-BC99-422F-A499-D97E3B2FC876}"/>
              </a:ext>
            </a:extLst>
          </p:cNvPr>
          <p:cNvCxnSpPr>
            <a:cxnSpLocks/>
          </p:cNvCxnSpPr>
          <p:nvPr/>
        </p:nvCxnSpPr>
        <p:spPr>
          <a:xfrm flipV="1">
            <a:off x="1562616" y="3894477"/>
            <a:ext cx="1688584" cy="4208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54FB08-11E2-4B9E-A3A9-A4D31B61FDF4}"/>
              </a:ext>
            </a:extLst>
          </p:cNvPr>
          <p:cNvCxnSpPr>
            <a:cxnSpLocks/>
          </p:cNvCxnSpPr>
          <p:nvPr/>
        </p:nvCxnSpPr>
        <p:spPr>
          <a:xfrm flipV="1">
            <a:off x="1562616" y="4687353"/>
            <a:ext cx="1510784" cy="40876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AA47AEC-0FA9-47FF-B26A-5D18C3103680}"/>
              </a:ext>
            </a:extLst>
          </p:cNvPr>
          <p:cNvCxnSpPr>
            <a:cxnSpLocks/>
          </p:cNvCxnSpPr>
          <p:nvPr/>
        </p:nvCxnSpPr>
        <p:spPr>
          <a:xfrm flipV="1">
            <a:off x="1562616" y="5368215"/>
            <a:ext cx="1510784" cy="7107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C931E95-965D-4C20-A459-FED0A03B7CDB}"/>
              </a:ext>
            </a:extLst>
          </p:cNvPr>
          <p:cNvCxnSpPr>
            <a:cxnSpLocks/>
          </p:cNvCxnSpPr>
          <p:nvPr/>
        </p:nvCxnSpPr>
        <p:spPr>
          <a:xfrm flipV="1">
            <a:off x="1477764" y="6283475"/>
            <a:ext cx="1510784" cy="7107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73E4E74-C8D0-44D8-94D5-4A76656BFD2D}"/>
              </a:ext>
            </a:extLst>
          </p:cNvPr>
          <p:cNvCxnSpPr>
            <a:cxnSpLocks/>
          </p:cNvCxnSpPr>
          <p:nvPr/>
        </p:nvCxnSpPr>
        <p:spPr>
          <a:xfrm flipV="1">
            <a:off x="4521696" y="7402571"/>
            <a:ext cx="0" cy="6471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6FF0893-6CF4-4594-A598-2EC44CA81B8A}"/>
              </a:ext>
            </a:extLst>
          </p:cNvPr>
          <p:cNvCxnSpPr>
            <a:cxnSpLocks/>
          </p:cNvCxnSpPr>
          <p:nvPr/>
        </p:nvCxnSpPr>
        <p:spPr>
          <a:xfrm flipH="1" flipV="1">
            <a:off x="5346700" y="3201811"/>
            <a:ext cx="879205" cy="42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63BB1B47-6FD8-4397-89CC-CBBFADE4D758}"/>
              </a:ext>
            </a:extLst>
          </p:cNvPr>
          <p:cNvSpPr/>
          <p:nvPr/>
        </p:nvSpPr>
        <p:spPr>
          <a:xfrm>
            <a:off x="6257269" y="2689580"/>
            <a:ext cx="2014761" cy="20295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ysClr val="windowText" lastClr="000000"/>
                </a:solidFill>
              </a:rPr>
              <a:t>VARILLAS DE CUBEIRTA</a:t>
            </a:r>
            <a:endParaRPr lang="es-CO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E8D83A-48F1-4C25-A5CB-B4DF6B1C4B66}"/>
              </a:ext>
            </a:extLst>
          </p:cNvPr>
          <p:cNvCxnSpPr>
            <a:cxnSpLocks/>
          </p:cNvCxnSpPr>
          <p:nvPr/>
        </p:nvCxnSpPr>
        <p:spPr>
          <a:xfrm flipH="1" flipV="1">
            <a:off x="5366441" y="3894477"/>
            <a:ext cx="792148" cy="39907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70BAF1-0CCF-473D-BA92-760B31F5B053}"/>
              </a:ext>
            </a:extLst>
          </p:cNvPr>
          <p:cNvCxnSpPr>
            <a:cxnSpLocks/>
          </p:cNvCxnSpPr>
          <p:nvPr/>
        </p:nvCxnSpPr>
        <p:spPr>
          <a:xfrm flipH="1" flipV="1">
            <a:off x="5467510" y="5499100"/>
            <a:ext cx="714866" cy="8711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1FCCC30-597A-40FE-AB34-D0924F8714CB}"/>
              </a:ext>
            </a:extLst>
          </p:cNvPr>
          <p:cNvCxnSpPr>
            <a:cxnSpLocks/>
          </p:cNvCxnSpPr>
          <p:nvPr/>
        </p:nvCxnSpPr>
        <p:spPr>
          <a:xfrm flipH="1">
            <a:off x="5555918" y="6405742"/>
            <a:ext cx="661166" cy="3860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66" name="Table 66">
            <a:extLst>
              <a:ext uri="{FF2B5EF4-FFF2-40B4-BE49-F238E27FC236}">
                <a16:creationId xmlns:a16="http://schemas.microsoft.com/office/drawing/2014/main" id="{F65EB8CB-AA32-450B-B17A-2014DDE2C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267977"/>
              </p:ext>
            </p:extLst>
          </p:nvPr>
        </p:nvGraphicFramePr>
        <p:xfrm>
          <a:off x="870176" y="8067512"/>
          <a:ext cx="2594996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7498">
                  <a:extLst>
                    <a:ext uri="{9D8B030D-6E8A-4147-A177-3AD203B41FA5}">
                      <a16:colId xmlns:a16="http://schemas.microsoft.com/office/drawing/2014/main" val="2458613349"/>
                    </a:ext>
                  </a:extLst>
                </a:gridCol>
                <a:gridCol w="1297498">
                  <a:extLst>
                    <a:ext uri="{9D8B030D-6E8A-4147-A177-3AD203B41FA5}">
                      <a16:colId xmlns:a16="http://schemas.microsoft.com/office/drawing/2014/main" val="393311738"/>
                    </a:ext>
                  </a:extLst>
                </a:gridCol>
              </a:tblGrid>
              <a:tr h="253234">
                <a:tc gridSpan="2">
                  <a:txBody>
                    <a:bodyPr/>
                    <a:lstStyle/>
                    <a:p>
                      <a:r>
                        <a:rPr lang="es-MX" dirty="0"/>
                        <a:t>VC1 VARILLAS COLUMNAS TOTAL </a:t>
                      </a:r>
                      <a:endParaRPr lang="es-CO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427066"/>
                  </a:ext>
                </a:extLst>
              </a:tr>
              <a:tr h="253234">
                <a:tc>
                  <a:txBody>
                    <a:bodyPr/>
                    <a:lstStyle/>
                    <a:p>
                      <a:r>
                        <a:rPr lang="es-MX" dirty="0"/>
                        <a:t>Varillas</a:t>
                      </a:r>
                      <a:endParaRPr lang="es-CO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60 </a:t>
                      </a:r>
                      <a:endParaRPr lang="es-CO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449065"/>
                  </a:ext>
                </a:extLst>
              </a:tr>
            </a:tbl>
          </a:graphicData>
        </a:graphic>
      </p:graphicFrame>
      <p:sp>
        <p:nvSpPr>
          <p:cNvPr id="67" name="Rectangle 66">
            <a:extLst>
              <a:ext uri="{FF2B5EF4-FFF2-40B4-BE49-F238E27FC236}">
                <a16:creationId xmlns:a16="http://schemas.microsoft.com/office/drawing/2014/main" id="{E476DED2-32CD-47A4-BB79-B20606479B3A}"/>
              </a:ext>
            </a:extLst>
          </p:cNvPr>
          <p:cNvSpPr/>
          <p:nvPr/>
        </p:nvSpPr>
        <p:spPr>
          <a:xfrm>
            <a:off x="1253068" y="362257"/>
            <a:ext cx="55512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FLEJES Y VARILLAS 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902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17</Words>
  <Application>Microsoft Office PowerPoint</Application>
  <PresentationFormat>Letter Paper (8.5x11 in)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CMconstrumaster</dc:creator>
  <cp:lastModifiedBy>CMconstrumaster</cp:lastModifiedBy>
  <cp:revision>7</cp:revision>
  <dcterms:created xsi:type="dcterms:W3CDTF">2026-09-28T22:55:34Z</dcterms:created>
  <dcterms:modified xsi:type="dcterms:W3CDTF">2026-09-29T00:28:04Z</dcterms:modified>
</cp:coreProperties>
</file>